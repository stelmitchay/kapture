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KAPTURE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3C5FD"/>
                </a:solidFill>
              </a:defRPr>
            </a:pPr>
            <a:r>
              <a:t>Get Paid Upfront. Unlock Daily by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Blockchain-Powered Work Verification &amp; Automated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400">
                <a:solidFill>
                  <a:srgbClr val="334155"/>
                </a:solidFill>
              </a:defRPr>
            </a:pPr>
            <a:r>
              <a:t>Remote workers lack accountability without micromanagement</a:t>
            </a:r>
          </a:p>
          <a:p>
            <a:pPr>
              <a:spcBef>
                <a:spcPts val="2000"/>
              </a:spcBef>
              <a:defRPr sz="2400">
                <a:solidFill>
                  <a:srgbClr val="334155"/>
                </a:solidFill>
              </a:defRPr>
            </a:pPr>
            <a:r>
              <a:t>Employers wait weeks to discover unproductive hires</a:t>
            </a:r>
          </a:p>
          <a:p>
            <a:pPr>
              <a:spcBef>
                <a:spcPts val="2000"/>
              </a:spcBef>
              <a:defRPr sz="2400">
                <a:solidFill>
                  <a:srgbClr val="334155"/>
                </a:solidFill>
              </a:defRPr>
            </a:pPr>
            <a:r>
              <a:t>Freelancers struggle with trust and delayed payments</a:t>
            </a:r>
          </a:p>
          <a:p>
            <a:pPr>
              <a:spcBef>
                <a:spcPts val="2000"/>
              </a:spcBef>
              <a:defRPr sz="2400">
                <a:solidFill>
                  <a:srgbClr val="334155"/>
                </a:solidFill>
              </a:defRPr>
            </a:pPr>
            <a:r>
              <a:t>Traditional time tracking is manual and easily faked</a:t>
            </a:r>
          </a:p>
          <a:p>
            <a:pPr>
              <a:spcBef>
                <a:spcPts val="2000"/>
              </a:spcBef>
              <a:defRPr sz="2400">
                <a:solidFill>
                  <a:srgbClr val="334155"/>
                </a:solidFill>
              </a:defRPr>
            </a:pPr>
            <a:r>
              <a:t>Payment systems require intermediaries and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Kapture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i="1">
                <a:solidFill>
                  <a:srgbClr val="93C5FD"/>
                </a:solidFill>
              </a:defRPr>
            </a:pPr>
            <a:r>
              <a:t>Flip the payment model: Pay upfront, unlock daily by proving work on the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</a:defRPr>
            </a:pPr>
            <a:r>
              <a:t>Automated work tracking with screenshots, OCR, and activity monitoring</a:t>
            </a:r>
          </a:p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</a:defRPr>
            </a:pPr>
            <a:r>
              <a:t>Biometric liveness detection prevents fraud</a:t>
            </a:r>
          </a:p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</a:defRPr>
            </a:pPr>
            <a:r>
              <a:t>Blockchain verification for trustless accountability</a:t>
            </a:r>
          </a:p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</a:defRPr>
            </a:pPr>
            <a:r>
              <a:t>Instant daily unlocks based on provable work hours</a:t>
            </a:r>
          </a:p>
          <a:p>
            <a:pPr>
              <a:spcBef>
                <a:spcPts val="1500"/>
              </a:spcBef>
              <a:defRPr sz="2200">
                <a:solidFill>
                  <a:srgbClr val="E2E8F0"/>
                </a:solidFill>
              </a:defRPr>
            </a:pPr>
            <a:r>
              <a:t>Zero-trust system - no intermediaries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Employer locks salary in blockchain vault (e.g., $3,000 USDC)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Employee runs Kapture - automatic activity tracking begins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39"/>
            <a:ext cx="457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3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Work proof generated: screenshots + OCR + biometric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023359"/>
            <a:ext cx="457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5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Daily proof submitted to blockchain oracle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754879"/>
            <a:ext cx="457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54879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Smart contract verifies and unlocks daily payment (e.g., $150)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Desktop Agent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48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Screenshots, OCR (Tesseract), window tracking, biometric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Oracle Service (Flask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Rate limiting, proof validation, blockchain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Smart Contract (Solana/Rust)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Payment vaults, automated unlocks, work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SQLite for local logs, blockchain for immutable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93C5FD"/>
                </a:solidFill>
              </a:defRPr>
            </a:pPr>
            <a: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Face recognition, liveness detection, cryptographic proofs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Reverse Payment Model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Upfront salary locked, unlocked by proof of work</a:t>
            </a:r>
          </a:p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Zero-Trust Verification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Blockchain eliminates need for trust between parties</a:t>
            </a:r>
          </a:p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Anti-Fraud Biometrics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Liveness detection ensures real person working</a:t>
            </a:r>
          </a:p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Automated Accountability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No manual timesheets or tracking needed</a:t>
            </a:r>
          </a:p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Programmable Employment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Smart contracts enforce work terms automatically</a:t>
            </a:r>
          </a:p>
          <a:p>
            <a:pPr>
              <a:spcBef>
                <a:spcPts val="1800"/>
              </a:spcBef>
              <a:defRPr sz="2000" b="1">
                <a:solidFill>
                  <a:srgbClr val="3B82F6"/>
                </a:solidFill>
              </a:defRPr>
            </a:pPr>
            <a:r>
              <a:t>Privacy-Preserved Proof</a:t>
            </a:r>
          </a:p>
          <a:p>
            <a:pPr lvl="1">
              <a:spcBef>
                <a:spcPts val="300"/>
              </a:spcBef>
              <a:defRPr sz="1600">
                <a:solidFill>
                  <a:srgbClr val="475569"/>
                </a:solidFill>
              </a:defRPr>
            </a:pPr>
            <a:r>
              <a:t>OCR analyzes work without exposing sensitive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Remote Teams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Accountability without micromanagement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82880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DAO Contributors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Trustless payment for decentralized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Freelancers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Build trust with new clients instantly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10896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Bootcamps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Students unlock refunds by completing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38912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Self-Discipline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Lock your own money to force productivity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389120"/>
            <a:ext cx="3200400" cy="9144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 rIns="182880"/>
          <a:lstStyle/>
          <a:p>
            <a:pPr algn="ctr">
              <a:defRPr sz="1800" b="1">
                <a:solidFill>
                  <a:srgbClr val="93C5FD"/>
                </a:solidFill>
              </a:defRPr>
            </a:pPr>
            <a:r>
              <a:t>Global Workforce</a:t>
            </a:r>
          </a:p>
          <a:p>
            <a:pPr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Borderless payments with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Live &amp; Functional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✓ Published on PyPI - pip3 install loggerheads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Desktop tracking agent with OCR and biometrics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Oracle API with rate limiting and validation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Solana smart contracts deployed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CLI interface with employer/employee workflows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Automated daily submissions and unlocks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</a:defRPr>
            </a:pPr>
            <a:r>
              <a:t>✓ SQLite logging and blockchain persistence</a:t>
            </a:r>
          </a:p>
          <a:p>
            <a:pPr algn="ctr">
              <a:spcBef>
                <a:spcPts val="2500"/>
              </a:spcBef>
              <a:defRPr sz="2000" b="1">
                <a:solidFill>
                  <a:srgbClr val="3B82F6"/>
                </a:solidFill>
              </a:defRPr>
            </a:pPr>
            <a:r>
              <a:t>Try it now: pip3 install loggerheads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500"/>
              </a:spcBef>
              <a:defRPr sz="3200" b="1">
                <a:solidFill>
                  <a:srgbClr val="93C5FD"/>
                </a:solidFill>
              </a:defRPr>
            </a:pPr>
            <a:r>
              <a:t>1.57B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Remote workers worldwide by 2025</a:t>
            </a:r>
          </a:p>
          <a:p>
            <a:pPr>
              <a:spcBef>
                <a:spcPts val="1500"/>
              </a:spcBef>
              <a:defRPr sz="3200" b="1">
                <a:solidFill>
                  <a:srgbClr val="93C5FD"/>
                </a:solidFill>
              </a:defRPr>
            </a:pPr>
            <a:r>
              <a:t>$9.2T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Global freelance market size</a:t>
            </a:r>
          </a:p>
          <a:p>
            <a:pPr>
              <a:spcBef>
                <a:spcPts val="1500"/>
              </a:spcBef>
              <a:defRPr sz="3200" b="1">
                <a:solidFill>
                  <a:srgbClr val="93C5FD"/>
                </a:solidFill>
              </a:defRPr>
            </a:pPr>
            <a:r>
              <a:t>20,000+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Active DAOs managing contributor payments</a:t>
            </a:r>
          </a:p>
          <a:p>
            <a:pPr>
              <a:spcBef>
                <a:spcPts val="1500"/>
              </a:spcBef>
              <a:defRPr sz="3200" b="1">
                <a:solidFill>
                  <a:srgbClr val="93C5FD"/>
                </a:solidFill>
              </a:defRPr>
            </a:pPr>
            <a:r>
              <a:t>$160B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Time tracking &amp; workforce management software market</a:t>
            </a:r>
          </a:p>
          <a:p>
            <a:pPr>
              <a:spcBef>
                <a:spcPts val="1500"/>
              </a:spcBef>
              <a:defRPr sz="3200" b="1">
                <a:solidFill>
                  <a:srgbClr val="93C5FD"/>
                </a:solidFill>
              </a:defRPr>
            </a:pPr>
            <a:r>
              <a:t>Growing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Blockchain adoption in HR &amp; payroll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Vision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3B82F6"/>
                </a:solidFill>
              </a:defRPr>
            </a:pPr>
            <a:r>
              <a:t>Make work verification trustless, automatic, and borderless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Next Steps: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Cross-platform support (Windows, Linux desktop apps)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Mobile companion app for on-the-go workers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Multi-chain support (Ethereum, Polygon, Base)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Integration with popular HR platforms (BambooHR, Workday)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AI-powered work quality analysis (not just hours)</a:t>
            </a:r>
          </a:p>
          <a:p>
            <a:pPr>
              <a:spcBef>
                <a:spcPts val="1000"/>
              </a:spcBef>
              <a:defRPr sz="1700">
                <a:solidFill>
                  <a:srgbClr val="334155"/>
                </a:solidFill>
              </a:defRPr>
            </a:pPr>
            <a:r>
              <a:t>→ Marketplace for verified workers and employers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KAPTURE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93C5FD"/>
                </a:solidFill>
              </a:defRPr>
            </a:pPr>
            <a:r>
              <a:t>Work Verified. Payments Unlocked. Trust Eliminated.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GitHub: github.com/stElmitchay/loggerheads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CBD5E1"/>
                </a:solidFill>
              </a:defRPr>
            </a:pPr>
            <a:r>
              <a:t>PyPI: pip3 install loggerheads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